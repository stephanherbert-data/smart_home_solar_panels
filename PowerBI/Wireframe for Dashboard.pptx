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C3EB"/>
    <a:srgbClr val="156082"/>
    <a:srgbClr val="F6F7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150" d="100"/>
          <a:sy n="150" d="100"/>
        </p:scale>
        <p:origin x="7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7AC93-2CEC-C55A-698B-1155D07601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7DC08-9ED6-3373-2D18-8BACB6E17C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F474E-3FDD-EB97-406E-0BE501A58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88BF0-D8BB-4F06-83CD-B34435485AFE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1DC1A-3693-5495-AB2C-C95C8B229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70820-5529-57FA-AD9E-EB89FAA87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8F87-2DA9-4E0B-816E-F9BE7E1C97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2811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D15C0-A114-6955-79E3-2046511C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01EA4-543E-E955-39DD-C7C9B236A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1785B-ABC0-07F5-027E-D107C8CAF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88BF0-D8BB-4F06-83CD-B34435485AFE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A59A9-4A0A-65C5-B96F-48D5ED181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9EAA0-77C2-AD0B-FB0B-BF3D08C75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8F87-2DA9-4E0B-816E-F9BE7E1C97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2730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4F611-53BB-425A-1341-FB743CC5A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0E08D-E1DC-553A-50F6-AA8EE0D2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007D5-C2AB-1DA6-B104-485FD0058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88BF0-D8BB-4F06-83CD-B34435485AFE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062B6-4F6B-A59A-16D9-858C2FED4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181AA-F6EE-08BC-252B-8AC646B2A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8F87-2DA9-4E0B-816E-F9BE7E1C97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9820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24E20-4657-A73F-9A3F-56906504A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FE386-B553-DE75-D56B-806AD2D6B0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7F1172-649A-C9BA-579F-50357029B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F3DC2-ACB8-F12A-5487-9FAC883FF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88BF0-D8BB-4F06-83CD-B34435485AFE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9DA24-8E47-6FD6-68EF-6D4F7EAB1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4133EF-D846-DCF0-356F-89C378865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8F87-2DA9-4E0B-816E-F9BE7E1C97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6353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9EB9F-831C-D692-1DA1-0D2262D22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FDDE6-6362-7C4A-3353-5FA8D01CE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23E14-B676-6751-E0E1-214A581D3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9B934D-0565-41D2-2ACF-6664DCF3AF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E2F6FF-A494-A14C-B339-8E8BED3EBB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64EC64-C807-9DD3-7122-22F9E2C91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88BF0-D8BB-4F06-83CD-B34435485AFE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786AE7-6778-5825-AAD9-45B56D60A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48CB8A-FB2F-0B97-49A1-8968542E1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8F87-2DA9-4E0B-816E-F9BE7E1C97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3998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E48F4-646A-094F-3EBE-E3CE740F7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26D5E4-92D7-61FF-88BD-D03899066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88BF0-D8BB-4F06-83CD-B34435485AFE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339975-0253-7D55-EFD4-95B25CD21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B65013-3985-6796-7CAB-D569638C5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8F87-2DA9-4E0B-816E-F9BE7E1C97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0683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31C8F5-9F0F-FFD2-454E-399B8456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88BF0-D8BB-4F06-83CD-B34435485AFE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BB21C-F891-475B-37D4-FFC26B555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54386-6165-453B-8A3D-1AE79D38C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8F87-2DA9-4E0B-816E-F9BE7E1C97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6634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A18B1-ABBA-7137-1B08-213C882B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EF959-66B8-95D3-B764-90FC6FB1C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FEA592-83F8-100D-B910-D012D493E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8B1D7-7DCC-FD05-3ECD-A8FA19820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88BF0-D8BB-4F06-83CD-B34435485AFE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01457-3BD5-64F1-5B83-7C0E6E42F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1E073-8503-931B-63D8-F95D0181C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8F87-2DA9-4E0B-816E-F9BE7E1C97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8553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D267A-6850-19AD-8926-E70749496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8A604-D486-AA3D-3559-CAABBB3A9B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4D168F-AC32-8ECF-224B-2CDB74993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6D516-E368-0F51-FAFB-7AD81EA6D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88BF0-D8BB-4F06-83CD-B34435485AFE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32DA0-7328-DCBE-768E-7A8C5116D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6B9FD1-5EE2-9EDE-C83A-1E649AAA8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8F87-2DA9-4E0B-816E-F9BE7E1C97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3143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BB6A8-7A8C-02D6-E6C8-6DD3FECB1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B1F31A-B07C-5D49-8E53-9E1A3F8C34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D5A2E-CD52-B870-BDD7-074E304B3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88BF0-D8BB-4F06-83CD-B34435485AFE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AF4CB-64A9-38BD-66E6-D2E480767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51109-6FA5-9330-F794-1DE9784C9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8F87-2DA9-4E0B-816E-F9BE7E1C97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1973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909DC2-6946-E1D5-389B-9E11C20F5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96535-601A-BBF2-58AE-6F91AEEFB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FA98C-7A01-0FC4-C303-A3374D23F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88BF0-D8BB-4F06-83CD-B34435485AFE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CB63-6738-27E4-A45C-79FE11E64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1269A-EFC8-875C-61D6-85A392FB1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58F87-2DA9-4E0B-816E-F9BE7E1C97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6104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C957E3-CE85-83A8-7B80-AEF8B4B34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791D2-1F75-3DC6-0B88-7964E3A79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56E1D-8E27-66D0-BC64-53303A1C40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288BF0-D8BB-4F06-83CD-B34435485AFE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9B908-8915-4919-EFFC-E107ABF627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CD7B2-C0BC-CB51-49E0-7EB9B6DBD2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B58F87-2DA9-4E0B-816E-F9BE7E1C97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2192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EF974-4990-9EF0-D958-354DF8404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AE4462-9B9E-C76F-E4F0-11E90DAFF58E}"/>
              </a:ext>
            </a:extLst>
          </p:cNvPr>
          <p:cNvSpPr txBox="1"/>
          <p:nvPr/>
        </p:nvSpPr>
        <p:spPr>
          <a:xfrm>
            <a:off x="2332893" y="224852"/>
            <a:ext cx="23415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dirty="0"/>
              <a:t>Headline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9ED0CB-AA51-AE05-C83E-33C47B1A4841}"/>
              </a:ext>
            </a:extLst>
          </p:cNvPr>
          <p:cNvSpPr txBox="1"/>
          <p:nvPr/>
        </p:nvSpPr>
        <p:spPr>
          <a:xfrm>
            <a:off x="10488299" y="224852"/>
            <a:ext cx="134331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dirty="0" err="1"/>
              <a:t>Reset</a:t>
            </a:r>
            <a:r>
              <a:rPr lang="de-DE" dirty="0"/>
              <a:t> </a:t>
            </a:r>
            <a:r>
              <a:rPr lang="de-DE" dirty="0" err="1"/>
              <a:t>filter</a:t>
            </a:r>
            <a:endParaRPr lang="de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924F3C-7892-9CE6-C01B-B02501448095}"/>
              </a:ext>
            </a:extLst>
          </p:cNvPr>
          <p:cNvSpPr/>
          <p:nvPr/>
        </p:nvSpPr>
        <p:spPr>
          <a:xfrm>
            <a:off x="284809" y="753466"/>
            <a:ext cx="1792705" cy="572780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b="1" dirty="0"/>
              <a:t>Filter </a:t>
            </a:r>
            <a:r>
              <a:rPr lang="de-DE" b="1" dirty="0" err="1"/>
              <a:t>menu</a:t>
            </a:r>
            <a:endParaRPr lang="de-DE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71AD83-8CDC-E9FB-6632-E5C6C0486259}"/>
              </a:ext>
            </a:extLst>
          </p:cNvPr>
          <p:cNvSpPr/>
          <p:nvPr/>
        </p:nvSpPr>
        <p:spPr>
          <a:xfrm>
            <a:off x="2332893" y="753466"/>
            <a:ext cx="2061307" cy="70957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b="1" dirty="0"/>
              <a:t>KPI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93B44C-9A37-94FC-A3FC-4C9064711E3D}"/>
              </a:ext>
            </a:extLst>
          </p:cNvPr>
          <p:cNvSpPr/>
          <p:nvPr/>
        </p:nvSpPr>
        <p:spPr>
          <a:xfrm>
            <a:off x="2332893" y="4096513"/>
            <a:ext cx="4545675" cy="23847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Solar Energy</a:t>
            </a:r>
          </a:p>
          <a:p>
            <a:pPr algn="ctr"/>
            <a:r>
              <a:rPr lang="de-DE" b="1" dirty="0">
                <a:sym typeface="Wingdings" panose="05000000000000000000" pitchFamily="2" charset="2"/>
              </a:rPr>
              <a:t> </a:t>
            </a:r>
          </a:p>
          <a:p>
            <a:pPr algn="ctr"/>
            <a:r>
              <a:rPr lang="de-DE" b="1" dirty="0" err="1"/>
              <a:t>Imported</a:t>
            </a:r>
            <a:r>
              <a:rPr lang="de-DE" b="1" dirty="0"/>
              <a:t> </a:t>
            </a:r>
            <a:r>
              <a:rPr lang="de-DE" b="1" dirty="0">
                <a:sym typeface="Wingdings" panose="05000000000000000000" pitchFamily="2" charset="2"/>
              </a:rPr>
              <a:t>+ </a:t>
            </a:r>
            <a:r>
              <a:rPr lang="de-DE" b="1" dirty="0" err="1">
                <a:sym typeface="Wingdings" panose="05000000000000000000" pitchFamily="2" charset="2"/>
              </a:rPr>
              <a:t>Consumed</a:t>
            </a:r>
            <a:endParaRPr lang="de-DE" b="1" dirty="0">
              <a:sym typeface="Wingdings" panose="05000000000000000000" pitchFamily="2" charset="2"/>
            </a:endParaRPr>
          </a:p>
          <a:p>
            <a:pPr algn="ctr"/>
            <a:r>
              <a:rPr lang="de-DE" dirty="0">
                <a:sym typeface="Wingdings" panose="05000000000000000000" pitchFamily="2" charset="2"/>
              </a:rPr>
              <a:t>( </a:t>
            </a:r>
            <a:r>
              <a:rPr lang="de-DE" dirty="0" err="1">
                <a:sym typeface="Wingdings" panose="05000000000000000000" pitchFamily="2" charset="2"/>
              </a:rPr>
              <a:t>monthly</a:t>
            </a:r>
            <a:r>
              <a:rPr lang="de-DE" dirty="0">
                <a:sym typeface="Wingdings" panose="05000000000000000000" pitchFamily="2" charset="2"/>
              </a:rPr>
              <a:t>)</a:t>
            </a:r>
            <a:endParaRPr lang="de-DE" dirty="0"/>
          </a:p>
          <a:p>
            <a:pPr algn="ctr"/>
            <a:endParaRPr lang="de-DE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B07882-A309-0D3D-775D-CA3C8D28C4D8}"/>
              </a:ext>
            </a:extLst>
          </p:cNvPr>
          <p:cNvSpPr/>
          <p:nvPr/>
        </p:nvSpPr>
        <p:spPr>
          <a:xfrm>
            <a:off x="2332893" y="1622322"/>
            <a:ext cx="4545675" cy="23847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b="1" dirty="0"/>
              <a:t>Solar Energy</a:t>
            </a:r>
          </a:p>
          <a:p>
            <a:pPr algn="ctr"/>
            <a:r>
              <a:rPr lang="de-DE" b="1" dirty="0">
                <a:sym typeface="Wingdings" panose="05000000000000000000" pitchFamily="2" charset="2"/>
              </a:rPr>
              <a:t></a:t>
            </a:r>
          </a:p>
          <a:p>
            <a:pPr algn="ctr"/>
            <a:r>
              <a:rPr lang="de-DE" b="1" dirty="0">
                <a:sym typeface="Wingdings" panose="05000000000000000000" pitchFamily="2" charset="2"/>
              </a:rPr>
              <a:t>Sunshine / </a:t>
            </a:r>
            <a:r>
              <a:rPr lang="de-DE" b="1" dirty="0" err="1">
                <a:sym typeface="Wingdings" panose="05000000000000000000" pitchFamily="2" charset="2"/>
              </a:rPr>
              <a:t>Daylight</a:t>
            </a:r>
            <a:endParaRPr lang="de-DE" b="1" dirty="0">
              <a:sym typeface="Wingdings" panose="05000000000000000000" pitchFamily="2" charset="2"/>
            </a:endParaRPr>
          </a:p>
          <a:p>
            <a:pPr algn="ctr"/>
            <a:r>
              <a:rPr lang="de-DE" dirty="0">
                <a:sym typeface="Wingdings" panose="05000000000000000000" pitchFamily="2" charset="2"/>
              </a:rPr>
              <a:t>( </a:t>
            </a:r>
            <a:r>
              <a:rPr lang="de-DE" dirty="0" err="1">
                <a:sym typeface="Wingdings" panose="05000000000000000000" pitchFamily="2" charset="2"/>
              </a:rPr>
              <a:t>monthly</a:t>
            </a:r>
            <a:r>
              <a:rPr lang="de-DE" dirty="0">
                <a:sym typeface="Wingdings" panose="05000000000000000000" pitchFamily="2" charset="2"/>
              </a:rPr>
              <a:t>)</a:t>
            </a:r>
            <a:endParaRPr lang="de-DE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2BC88A-C899-6D76-035C-13B560777E65}"/>
              </a:ext>
            </a:extLst>
          </p:cNvPr>
          <p:cNvSpPr/>
          <p:nvPr/>
        </p:nvSpPr>
        <p:spPr>
          <a:xfrm>
            <a:off x="4817261" y="753466"/>
            <a:ext cx="2061307" cy="70957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b="1" dirty="0"/>
              <a:t>KPI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CB235F-22FD-D632-DDC0-9542E40FAD7F}"/>
              </a:ext>
            </a:extLst>
          </p:cNvPr>
          <p:cNvSpPr/>
          <p:nvPr/>
        </p:nvSpPr>
        <p:spPr>
          <a:xfrm>
            <a:off x="7310095" y="753466"/>
            <a:ext cx="2061307" cy="70957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b="1" dirty="0"/>
              <a:t>KPI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270FBA-DB2B-ABCE-A870-09AAC588B980}"/>
              </a:ext>
            </a:extLst>
          </p:cNvPr>
          <p:cNvSpPr/>
          <p:nvPr/>
        </p:nvSpPr>
        <p:spPr>
          <a:xfrm>
            <a:off x="9754264" y="753466"/>
            <a:ext cx="2061307" cy="70957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b="1" dirty="0"/>
              <a:t>KPI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965088-87F4-959C-5DCE-03FCC7A56895}"/>
              </a:ext>
            </a:extLst>
          </p:cNvPr>
          <p:cNvSpPr/>
          <p:nvPr/>
        </p:nvSpPr>
        <p:spPr>
          <a:xfrm>
            <a:off x="7285939" y="4096513"/>
            <a:ext cx="4545675" cy="23847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b="1" dirty="0"/>
              <a:t>Graph</a:t>
            </a:r>
          </a:p>
          <a:p>
            <a:pPr algn="ctr"/>
            <a:endParaRPr lang="de-DE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0B61C0-E8E5-33A6-9594-BE5F9736A2D4}"/>
              </a:ext>
            </a:extLst>
          </p:cNvPr>
          <p:cNvSpPr/>
          <p:nvPr/>
        </p:nvSpPr>
        <p:spPr>
          <a:xfrm>
            <a:off x="7285939" y="1622322"/>
            <a:ext cx="4545675" cy="23847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Solar Energy</a:t>
            </a:r>
          </a:p>
          <a:p>
            <a:pPr algn="ctr"/>
            <a:r>
              <a:rPr lang="de-DE" b="1" dirty="0">
                <a:sym typeface="Wingdings" panose="05000000000000000000" pitchFamily="2" charset="2"/>
              </a:rPr>
              <a:t> </a:t>
            </a:r>
          </a:p>
          <a:p>
            <a:pPr algn="ctr"/>
            <a:r>
              <a:rPr lang="de-DE" b="1" dirty="0" err="1">
                <a:sym typeface="Wingdings" panose="05000000000000000000" pitchFamily="2" charset="2"/>
              </a:rPr>
              <a:t>Weather</a:t>
            </a:r>
            <a:endParaRPr lang="de-DE" b="1" dirty="0">
              <a:sym typeface="Wingdings" panose="05000000000000000000" pitchFamily="2" charset="2"/>
            </a:endParaRPr>
          </a:p>
          <a:p>
            <a:pPr algn="ctr"/>
            <a:r>
              <a:rPr lang="de-DE" dirty="0">
                <a:sym typeface="Wingdings" panose="05000000000000000000" pitchFamily="2" charset="2"/>
              </a:rPr>
              <a:t>( </a:t>
            </a:r>
            <a:r>
              <a:rPr lang="de-DE" dirty="0" err="1">
                <a:sym typeface="Wingdings" panose="05000000000000000000" pitchFamily="2" charset="2"/>
              </a:rPr>
              <a:t>bars</a:t>
            </a:r>
            <a:r>
              <a:rPr lang="de-DE" dirty="0">
                <a:sym typeface="Wingdings" panose="05000000000000000000" pitchFamily="2" charset="2"/>
              </a:rPr>
              <a:t>)</a:t>
            </a:r>
            <a:endParaRPr lang="de-DE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6C21BD-2477-D8A6-5A95-7978E93BC315}"/>
              </a:ext>
            </a:extLst>
          </p:cNvPr>
          <p:cNvSpPr/>
          <p:nvPr/>
        </p:nvSpPr>
        <p:spPr>
          <a:xfrm>
            <a:off x="4674413" y="217908"/>
            <a:ext cx="5698540" cy="36238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Buttons for </a:t>
            </a:r>
            <a:r>
              <a:rPr lang="en-US" b="1" noProof="0" dirty="0" err="1"/>
              <a:t>drillthrough</a:t>
            </a:r>
            <a:endParaRPr lang="en-US" b="1" noProof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AA770E-5E5F-C3A6-D653-08983B253148}"/>
              </a:ext>
            </a:extLst>
          </p:cNvPr>
          <p:cNvSpPr txBox="1"/>
          <p:nvPr/>
        </p:nvSpPr>
        <p:spPr>
          <a:xfrm>
            <a:off x="284808" y="210963"/>
            <a:ext cx="167735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4173747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F73EE-ADD8-B958-23A9-769F8B694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E3C779-560D-7393-1BB7-F2EC1D798303}"/>
              </a:ext>
            </a:extLst>
          </p:cNvPr>
          <p:cNvSpPr/>
          <p:nvPr/>
        </p:nvSpPr>
        <p:spPr>
          <a:xfrm>
            <a:off x="578715" y="1347418"/>
            <a:ext cx="3993285" cy="2401622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3" descr="Ein Bild, das Design, Klimaanlage, Gerät enthält.&#10;&#10;KI-generierte Inhalte können fehlerhaft sein.">
            <a:extLst>
              <a:ext uri="{FF2B5EF4-FFF2-40B4-BE49-F238E27FC236}">
                <a16:creationId xmlns:a16="http://schemas.microsoft.com/office/drawing/2014/main" id="{10C7133B-DFCF-B755-3FE0-D2FAE6301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69" t="2164" r="60129" b="78428"/>
          <a:stretch>
            <a:fillRect/>
          </a:stretch>
        </p:blipFill>
        <p:spPr>
          <a:xfrm>
            <a:off x="1644007" y="4179096"/>
            <a:ext cx="1862697" cy="1145760"/>
          </a:xfrm>
          <a:prstGeom prst="rect">
            <a:avLst/>
          </a:prstGeom>
        </p:spPr>
      </p:pic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29410C37-A07C-12C9-993C-2ECE0D4586C7}"/>
              </a:ext>
            </a:extLst>
          </p:cNvPr>
          <p:cNvSpPr/>
          <p:nvPr/>
        </p:nvSpPr>
        <p:spPr>
          <a:xfrm flipH="1">
            <a:off x="578713" y="1634808"/>
            <a:ext cx="534654" cy="2114233"/>
          </a:xfrm>
          <a:prstGeom prst="round2DiagRect">
            <a:avLst/>
          </a:prstGeom>
          <a:solidFill>
            <a:srgbClr val="8AC3EB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E89159-EC2E-0AE1-EFFA-30C9A0201709}"/>
              </a:ext>
            </a:extLst>
          </p:cNvPr>
          <p:cNvCxnSpPr>
            <a:cxnSpLocks/>
          </p:cNvCxnSpPr>
          <p:nvPr/>
        </p:nvCxnSpPr>
        <p:spPr>
          <a:xfrm>
            <a:off x="578713" y="1623206"/>
            <a:ext cx="3993287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5D20F38D-DE49-6133-B9DD-A9A2101BE45E}"/>
              </a:ext>
            </a:extLst>
          </p:cNvPr>
          <p:cNvSpPr/>
          <p:nvPr/>
        </p:nvSpPr>
        <p:spPr>
          <a:xfrm flipH="1">
            <a:off x="2300392" y="1347417"/>
            <a:ext cx="2271605" cy="264186"/>
          </a:xfrm>
          <a:prstGeom prst="round2DiagRect">
            <a:avLst>
              <a:gd name="adj1" fmla="val 37499"/>
              <a:gd name="adj2" fmla="val 0"/>
            </a:avLst>
          </a:prstGeom>
          <a:solidFill>
            <a:srgbClr val="8AC3EB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5AD94055-6CCC-F01F-4576-9D4F5182DEF9}"/>
              </a:ext>
            </a:extLst>
          </p:cNvPr>
          <p:cNvSpPr/>
          <p:nvPr/>
        </p:nvSpPr>
        <p:spPr>
          <a:xfrm>
            <a:off x="4450927" y="1347416"/>
            <a:ext cx="121073" cy="149861"/>
          </a:xfrm>
          <a:prstGeom prst="round2DiagRect">
            <a:avLst>
              <a:gd name="adj1" fmla="val 37499"/>
              <a:gd name="adj2" fmla="val 0"/>
            </a:avLst>
          </a:prstGeom>
          <a:solidFill>
            <a:srgbClr val="8AC3EB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719193-2AB7-2D94-83B2-AD0F55C2F2FD}"/>
              </a:ext>
            </a:extLst>
          </p:cNvPr>
          <p:cNvSpPr txBox="1"/>
          <p:nvPr/>
        </p:nvSpPr>
        <p:spPr>
          <a:xfrm>
            <a:off x="629920" y="294640"/>
            <a:ext cx="2549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Background </a:t>
            </a:r>
            <a:r>
              <a:rPr lang="de-DE" dirty="0" err="1"/>
              <a:t>for</a:t>
            </a:r>
            <a:r>
              <a:rPr lang="de-DE" dirty="0"/>
              <a:t> PowerBI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1F205E-8086-9D0A-D0E4-C13C90B385DA}"/>
              </a:ext>
            </a:extLst>
          </p:cNvPr>
          <p:cNvSpPr/>
          <p:nvPr/>
        </p:nvSpPr>
        <p:spPr>
          <a:xfrm>
            <a:off x="6722532" y="1340032"/>
            <a:ext cx="3993285" cy="2401622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C7B3557-D189-24F0-980F-31C92046E36A}"/>
              </a:ext>
            </a:extLst>
          </p:cNvPr>
          <p:cNvCxnSpPr>
            <a:cxnSpLocks/>
          </p:cNvCxnSpPr>
          <p:nvPr/>
        </p:nvCxnSpPr>
        <p:spPr>
          <a:xfrm>
            <a:off x="6722530" y="1615820"/>
            <a:ext cx="3993287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65627F37-35F3-A1F3-B51C-D15A3BE72E8F}"/>
              </a:ext>
            </a:extLst>
          </p:cNvPr>
          <p:cNvSpPr/>
          <p:nvPr/>
        </p:nvSpPr>
        <p:spPr>
          <a:xfrm flipH="1">
            <a:off x="7327899" y="1340031"/>
            <a:ext cx="3387912" cy="264186"/>
          </a:xfrm>
          <a:prstGeom prst="round2DiagRect">
            <a:avLst>
              <a:gd name="adj1" fmla="val 37499"/>
              <a:gd name="adj2" fmla="val 0"/>
            </a:avLst>
          </a:prstGeom>
          <a:solidFill>
            <a:srgbClr val="8AC3EB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A163DB6E-1791-FA81-A987-F6DB684C4E1E}"/>
              </a:ext>
            </a:extLst>
          </p:cNvPr>
          <p:cNvSpPr/>
          <p:nvPr/>
        </p:nvSpPr>
        <p:spPr>
          <a:xfrm>
            <a:off x="10594744" y="1340030"/>
            <a:ext cx="121073" cy="149861"/>
          </a:xfrm>
          <a:prstGeom prst="round2DiagRect">
            <a:avLst>
              <a:gd name="adj1" fmla="val 37499"/>
              <a:gd name="adj2" fmla="val 0"/>
            </a:avLst>
          </a:prstGeom>
          <a:solidFill>
            <a:srgbClr val="8AC3EB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3" descr="Ein Bild, das Design, Klimaanlage, Gerät enthält.&#10;&#10;KI-generierte Inhalte können fehlerhaft sein.">
            <a:extLst>
              <a:ext uri="{FF2B5EF4-FFF2-40B4-BE49-F238E27FC236}">
                <a16:creationId xmlns:a16="http://schemas.microsoft.com/office/drawing/2014/main" id="{258A9108-8CDC-2A2C-B128-1792BB3E8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69" t="2164" r="60129" b="78428"/>
          <a:stretch>
            <a:fillRect/>
          </a:stretch>
        </p:blipFill>
        <p:spPr>
          <a:xfrm>
            <a:off x="6850216" y="1405142"/>
            <a:ext cx="318455" cy="19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65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CE9E99-D556-46FE-83AA-840489524064}"/>
              </a:ext>
            </a:extLst>
          </p:cNvPr>
          <p:cNvSpPr/>
          <p:nvPr/>
        </p:nvSpPr>
        <p:spPr>
          <a:xfrm>
            <a:off x="497434" y="336498"/>
            <a:ext cx="11520000" cy="6480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3" descr="Ein Bild, das Design, Klimaanlage, Gerät enthält.&#10;&#10;KI-generierte Inhalte können fehlerhaft sein.">
            <a:extLst>
              <a:ext uri="{FF2B5EF4-FFF2-40B4-BE49-F238E27FC236}">
                <a16:creationId xmlns:a16="http://schemas.microsoft.com/office/drawing/2014/main" id="{F9F393C7-2A08-3F6D-0445-1800F4CC6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69" t="2164" r="60129" b="78428"/>
          <a:stretch>
            <a:fillRect/>
          </a:stretch>
        </p:blipFill>
        <p:spPr>
          <a:xfrm>
            <a:off x="505900" y="334855"/>
            <a:ext cx="755633" cy="550864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06A338-B9D7-A431-E669-991F41636604}"/>
              </a:ext>
            </a:extLst>
          </p:cNvPr>
          <p:cNvCxnSpPr/>
          <p:nvPr/>
        </p:nvCxnSpPr>
        <p:spPr>
          <a:xfrm>
            <a:off x="497433" y="915254"/>
            <a:ext cx="11511532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AD156E26-84E9-FBD5-0802-2CCA2282BC41}"/>
              </a:ext>
            </a:extLst>
          </p:cNvPr>
          <p:cNvSpPr/>
          <p:nvPr/>
        </p:nvSpPr>
        <p:spPr>
          <a:xfrm flipH="1">
            <a:off x="505897" y="915254"/>
            <a:ext cx="1329252" cy="5901237"/>
          </a:xfrm>
          <a:prstGeom prst="round2DiagRect">
            <a:avLst/>
          </a:prstGeom>
          <a:solidFill>
            <a:srgbClr val="8AC3EB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A495FC0B-8069-A057-7EDC-386EC73A925E}"/>
              </a:ext>
            </a:extLst>
          </p:cNvPr>
          <p:cNvSpPr/>
          <p:nvPr/>
        </p:nvSpPr>
        <p:spPr>
          <a:xfrm rot="16200000" flipH="1">
            <a:off x="8203195" y="-2928516"/>
            <a:ext cx="519539" cy="7108931"/>
          </a:xfrm>
          <a:prstGeom prst="round2DiagRect">
            <a:avLst>
              <a:gd name="adj1" fmla="val 29990"/>
              <a:gd name="adj2" fmla="val 0"/>
            </a:avLst>
          </a:prstGeom>
          <a:solidFill>
            <a:srgbClr val="8AC3EB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4413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 estebanmiyata</dc:creator>
  <cp:lastModifiedBy>Stephan estebanmiyata</cp:lastModifiedBy>
  <cp:revision>6</cp:revision>
  <dcterms:created xsi:type="dcterms:W3CDTF">2025-11-03T10:35:54Z</dcterms:created>
  <dcterms:modified xsi:type="dcterms:W3CDTF">2025-11-04T11:37:33Z</dcterms:modified>
</cp:coreProperties>
</file>